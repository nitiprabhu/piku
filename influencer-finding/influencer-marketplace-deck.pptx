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6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6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ReelCraft — Influencer Marketplace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PRD + Architecture for Product &amp; Staff Engineering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Month 5-6 Launch | V1.5 Creator Tools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By: Sneha Iyer (PM) + Dev Anand (Staff Engineering)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6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Problem: Market Gap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0A0A0F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😤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71600" y="1170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Creator Pain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71600" y="150876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Manual outreach 2-3h/day. 78% have zero monetization.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solidFill>
            <a:srgbClr val="0A0A0F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🏢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71600" y="21305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Brand Pain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71600" y="246888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Spreadsheet discovery. No Hindi/regional at scale.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0A0A0F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🚫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71600" y="3090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Market Gap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71600" y="34290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 Hindi-first marketplace. Competitors expensive (₹100K+ min).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6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Solution: Two-Sided Marketplace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2926080"/>
          </a:xfrm>
          <a:prstGeom prst="rect">
            <a:avLst/>
          </a:prstGeom>
          <a:solidFill>
            <a:srgbClr val="0A0A0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CREATORS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• Create profile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• Get briefs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• Submit videos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• Earn 86% per deal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2926080"/>
          </a:xfrm>
          <a:prstGeom prst="rect">
            <a:avLst/>
          </a:prstGeom>
          <a:solidFill>
            <a:srgbClr val="0A0A0F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BRANDS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29200" y="160020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• Search creators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• AI-match creators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• Post briefs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• Manage deals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Revenue: 12% commission per deal closed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6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Market Opportunity: India Influencer Economy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2743200"/>
          </a:xfrm>
          <a:prstGeom prst="rect">
            <a:avLst/>
          </a:prstGeom>
          <a:solidFill>
            <a:srgbClr val="0A0A0F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₹17.5K Cr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Current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560320" y="1188720"/>
            <a:ext cx="1920240" cy="2743200"/>
          </a:xfrm>
          <a:prstGeom prst="rect">
            <a:avLst/>
          </a:prstGeom>
          <a:solidFill>
            <a:srgbClr val="0A0A0F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6459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42% CAGR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51760" y="246888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Growth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1920240" cy="2743200"/>
          </a:xfrm>
          <a:prstGeom prst="rect">
            <a:avLst/>
          </a:prstGeom>
          <a:solidFill>
            <a:srgbClr val="0A0A0F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6459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₹35K Cr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54880" y="246888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2027 Target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766560" y="1188720"/>
            <a:ext cx="1920240" cy="2743200"/>
          </a:xfrm>
          <a:prstGeom prst="rect">
            <a:avLst/>
          </a:prstGeom>
          <a:solidFill>
            <a:srgbClr val="0A0A0F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6459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12M+ Creators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858000" y="246888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Monetizing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6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MVP Scope: Month 5-6 Delivery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✓ Creator profiles (niche, rates, portfolio)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✓ Brand search + AI-match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✓ Brief posting &amp; sending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✓ Deal flow: negotiate → deliver → approve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✓ 50/50 escrow (Razorpay)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✓ Rating system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4632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✗ Asset marketplace (V1.5)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4632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✗ Video escrow / QA (V1.5)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46320" y="1737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✗ Scheduling (V1.5)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46320" y="2103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✗ Analytics (V2)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0080" y="777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IN MVP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46320" y="7772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LATER RELEASES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6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Architecture: High-Level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CLIENT: Web (Next.js) | Mobile (React Native)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API GATEWAY: Auth | Rate Limit | Load Balance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56032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77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Marketplace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(Node.js)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91840" y="2194560"/>
            <a:ext cx="256032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377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Payment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(Razorpay)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126480" y="2194560"/>
            <a:ext cx="256032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377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Matching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(Python AI)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29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DATA: PostgreSQL | Redis | S3 CDN | Razorpay Escrow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6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Success Metrics: Month 1 Target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0A0A0F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7043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Creators signed up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52160" y="117043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500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solidFill>
            <a:srgbClr val="0A0A0F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1907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Deals closed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52160" y="171907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50+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solidFill>
            <a:srgbClr val="0A0A0F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6771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Creator avg rating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852160" y="226771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4.0 ⭐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solidFill>
            <a:srgbClr val="0A0A0F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1635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Payment success rate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852160" y="281635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99%+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solidFill>
            <a:srgbClr val="0A0A0F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6499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Brief response time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852160" y="336499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&lt;24h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0A0A0F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91363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Commission revenue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852160" y="391363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₹1.8L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6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Risks &amp; Mitigations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solidFill>
            <a:srgbClr val="0A0A0F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⚠ Cold start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383280" y="1188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✓ Hand-onboard creators, outreach to brands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685800"/>
          </a:xfrm>
          <a:prstGeom prst="rect">
            <a:avLst/>
          </a:prstGeom>
          <a:solidFill>
            <a:srgbClr val="0A0A0F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⚠ Fake profiles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83280" y="1965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✓ Instagram verification + 2 ReelCraft videos required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685800"/>
          </a:xfrm>
          <a:prstGeom prst="rect">
            <a:avLst/>
          </a:prstGeom>
          <a:solidFill>
            <a:srgbClr val="0A0A0F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43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⚠ Low completion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83280" y="27432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✓ AI matching ensures fit, escrow = trust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8229600" cy="685800"/>
          </a:xfrm>
          <a:prstGeom prst="rect">
            <a:avLst/>
          </a:prstGeom>
          <a:solidFill>
            <a:srgbClr val="0A0A0F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20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⚠ Disputes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83280" y="3520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✓ 7-day window, admin escalation, refund policy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6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Development Timeline: 5-Week Sprint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914400" cy="5486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0700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W1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463040" y="1097280"/>
            <a:ext cx="7223760" cy="548640"/>
          </a:xfrm>
          <a:prstGeom prst="rect">
            <a:avLst/>
          </a:prstGeom>
          <a:solidFill>
            <a:srgbClr val="0A0A0F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188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DB schema, API skeleton, JWT auth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914400" cy="5486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89280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W2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463040" y="1783080"/>
            <a:ext cx="7223760" cy="548640"/>
          </a:xfrm>
          <a:prstGeom prst="rect">
            <a:avLst/>
          </a:prstGeom>
          <a:solidFill>
            <a:srgbClr val="0A0A0F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1874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Marketplace + payment service + Razorpay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914400" cy="5486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7860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W3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463040" y="2468880"/>
            <a:ext cx="7223760" cy="548640"/>
          </a:xfrm>
          <a:prstGeom prst="rect">
            <a:avLst/>
          </a:prstGeom>
          <a:solidFill>
            <a:srgbClr val="0A0A0F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25603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Frontend: Profile, Search, Brief, Deal, Chat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914400" cy="5486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26440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W4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463040" y="3154680"/>
            <a:ext cx="7223760" cy="548640"/>
          </a:xfrm>
          <a:prstGeom prst="rect">
            <a:avLst/>
          </a:prstGeom>
          <a:solidFill>
            <a:srgbClr val="0A0A0F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3246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Integration: E2E tests, payments, matching AI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914400" cy="5486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95020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W5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463040" y="3840480"/>
            <a:ext cx="7223760" cy="548640"/>
          </a:xfrm>
          <a:prstGeom prst="rect">
            <a:avLst/>
          </a:prstGeom>
          <a:solidFill>
            <a:srgbClr val="0A0A0F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0" y="3931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Beta: 50 creators, QA, launch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6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Next Steps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1. PM: Finalize flows + wireframes (Week 1)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2. Staff Eng: DB schema + AI POC (Week 1)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3. Team: Parallel dev → launch (Weeks 2-5)</a:t>
            </a:r>
            <a:endParaRPr lang="en-US" dirty="0"/>
          </a:p>
          <a:p>
            <a:pPr indent="0" marL="0">
              <a:buNone/>
            </a:pP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Target: 500 creators, 50+ deals, ₹1.8L revenue by end of Month 6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2026-05-10T18:29:58Z</dcterms:created>
  <dcterms:modified xsi:type="dcterms:W3CDTF">2026-05-10T18:29:58Z</dcterms:modified>
</cp:coreProperties>
</file>